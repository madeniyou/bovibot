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ygada 1918 Semi Bold"/>
      <p:regular r:id="rId17"/>
    </p:embeddedFont>
    <p:embeddedFont>
      <p:font typeface="Brygada 1918 Semi Bold"/>
      <p:regular r:id="rId18"/>
    </p:embeddedFont>
    <p:embeddedFont>
      <p:font typeface="Brygada 1918 Semi Bold"/>
      <p:regular r:id="rId19"/>
    </p:embeddedFont>
    <p:embeddedFont>
      <p:font typeface="Brygada 1918 Semi Bold"/>
      <p:regular r:id="rId20"/>
    </p:embeddedFont>
    <p:embeddedFont>
      <p:font typeface="Brygada 1918"/>
      <p:regular r:id="rId21"/>
    </p:embeddedFont>
    <p:embeddedFont>
      <p:font typeface="Brygada 1918"/>
      <p:regular r:id="rId22"/>
    </p:embeddedFont>
    <p:embeddedFont>
      <p:font typeface="Brygada 1918"/>
      <p:regular r:id="rId23"/>
    </p:embeddedFont>
    <p:embeddedFont>
      <p:font typeface="Brygada 1918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3046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BoviBot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Solution de Gestion Intelligente d'Élevage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7122" y="954762"/>
            <a:ext cx="4213384" cy="63200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653653"/>
            <a:ext cx="6853952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Contexte &amp; Problématique</a:t>
            </a:r>
            <a:endParaRPr lang="en-US" sz="4300" dirty="0"/>
          </a:p>
        </p:txBody>
      </p:sp>
      <p:sp>
        <p:nvSpPr>
          <p:cNvPr id="5" name="Shape 2"/>
          <p:cNvSpPr/>
          <p:nvPr/>
        </p:nvSpPr>
        <p:spPr>
          <a:xfrm>
            <a:off x="769025" y="1898928"/>
            <a:ext cx="3534966" cy="2440781"/>
          </a:xfrm>
          <a:prstGeom prst="roundRect">
            <a:avLst>
              <a:gd name="adj" fmla="val 5994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8545" y="1898928"/>
            <a:ext cx="121920" cy="2440781"/>
          </a:xfrm>
          <a:prstGeom prst="roundRect">
            <a:avLst>
              <a:gd name="adj" fmla="val 270349"/>
            </a:avLst>
          </a:prstGeom>
          <a:solidFill>
            <a:srgbClr val="626C3B"/>
          </a:solidFill>
          <a:ln/>
        </p:spPr>
      </p:sp>
      <p:sp>
        <p:nvSpPr>
          <p:cNvPr id="7" name="Text 4"/>
          <p:cNvSpPr/>
          <p:nvPr/>
        </p:nvSpPr>
        <p:spPr>
          <a:xfrm>
            <a:off x="1110615" y="2149078"/>
            <a:ext cx="275082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Suivi manuel difficile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10615" y="2705100"/>
            <a:ext cx="2943225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Gérer la santé et les ventes de bovins à la main est chronophage et source d'erreurs.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9025" y="4552474"/>
            <a:ext cx="3534966" cy="2784038"/>
          </a:xfrm>
          <a:prstGeom prst="roundRect">
            <a:avLst>
              <a:gd name="adj" fmla="val 5255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545" y="4552474"/>
            <a:ext cx="121920" cy="2784038"/>
          </a:xfrm>
          <a:prstGeom prst="roundRect">
            <a:avLst>
              <a:gd name="adj" fmla="val 270349"/>
            </a:avLst>
          </a:prstGeom>
          <a:solidFill>
            <a:srgbClr val="83792E"/>
          </a:solidFill>
          <a:ln/>
        </p:spPr>
      </p:sp>
      <p:sp>
        <p:nvSpPr>
          <p:cNvPr id="11" name="Text 8"/>
          <p:cNvSpPr/>
          <p:nvPr/>
        </p:nvSpPr>
        <p:spPr>
          <a:xfrm>
            <a:off x="1110615" y="4802624"/>
            <a:ext cx="2943225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Besoin de centralisation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10615" y="5701903"/>
            <a:ext cx="2943225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Les données de santé, d'élevage et de vente sont dispersées et difficiles à exploiter.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847630" y="1898928"/>
            <a:ext cx="3534966" cy="1953458"/>
          </a:xfrm>
          <a:prstGeom prst="roundRect">
            <a:avLst>
              <a:gd name="adj" fmla="val 16873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225040"/>
            <a:ext cx="274558" cy="2196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1528" y="2166580"/>
            <a:ext cx="2601397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Pourquoi BoviBot ? Pour centraliser, automatiser et rendre intelligente la gestion d'élevage bovin.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02456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Architecture Globale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132" y="1641396"/>
            <a:ext cx="9096137" cy="51262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82290" y="2085574"/>
            <a:ext cx="1684728" cy="2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982290" y="2409301"/>
            <a:ext cx="1684728" cy="1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HTML et JavaScript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972119" y="2085574"/>
            <a:ext cx="1675767" cy="2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972119" y="2409301"/>
            <a:ext cx="1675767" cy="1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Flask et Python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45159" y="5788979"/>
            <a:ext cx="1621999" cy="2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Base de données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045159" y="6112707"/>
            <a:ext cx="1621999" cy="1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MySQL relationnel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918351" y="5788979"/>
            <a:ext cx="1729535" cy="2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LLM (IA)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918351" y="6112707"/>
            <a:ext cx="1729535" cy="1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Intégration via API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758" y="6984444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Une architecture moderne en couches : interface web, serveur Python, base de données relationnelle et intelligence artificielle intégrée au cœur du système.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Modèle de Données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29767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Tables principales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724037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Bovins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identité et statut de chaque animal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Santé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historique médical et diagnostics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Ventes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transactions et traçabilité commerciale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766072"/>
            <a:ext cx="6015395" cy="928568"/>
          </a:xfrm>
          <a:prstGeom prst="roundRect">
            <a:avLst>
              <a:gd name="adj" fmla="val 29199"/>
            </a:avLst>
          </a:prstGeom>
          <a:solidFill>
            <a:srgbClr val="DFE4C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5024199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55143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 MCD garantit l'intégrité référentielle entre toutes les entités.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626C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88802"/>
            <a:ext cx="62980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Automatisation PL/SQL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1937742"/>
            <a:ext cx="3664744" cy="2946678"/>
          </a:xfrm>
          <a:prstGeom prst="roundRect">
            <a:avLst>
              <a:gd name="adj" fmla="val 11547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4624" y="21721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626C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790" y="2359223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4624" y="3079433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Calcul automatique de l'âge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14624" y="3924181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Trigger calculant l'âge du bovin à chaque consultation.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171748" y="1937742"/>
            <a:ext cx="3664863" cy="2946678"/>
          </a:xfrm>
          <a:prstGeom prst="roundRect">
            <a:avLst>
              <a:gd name="adj" fmla="val 11547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406182" y="21721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792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3348" y="2359223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06182" y="3079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Blocage de vente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06182" y="356985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Procédure empêchant la vente d'animaux déclarés malades.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280190" y="5111234"/>
            <a:ext cx="7556421" cy="2229445"/>
          </a:xfrm>
          <a:prstGeom prst="roundRect">
            <a:avLst>
              <a:gd name="adj" fmla="val 15261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14624" y="5345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8AF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1790" y="5532715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4624" y="6252924"/>
            <a:ext cx="35135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Mises à jour automatiques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514624" y="674334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Statuts et alertes mis à jour sans intervention manuelle.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0689"/>
            <a:ext cx="68451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Intégration du Cœur LLM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54781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515201"/>
            <a:ext cx="3413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Comment ça fonctionne 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4096345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L'éleveur pose une question en langage naturel. Le LLM interroge la base de données MySQL pour contextualiser sa réponse.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6777276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6770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Question de l'éleveur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0903" y="6777276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3008" y="6770251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Requête BDD contextuelle</a:t>
            </a:r>
            <a:endParaRPr lang="en-US" sz="2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3006" y="6777276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15111" y="6770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Réponse intelligente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387"/>
            <a:ext cx="74943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Sécurité &amp; Défis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28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Sécurité &amp; Intégrité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837623"/>
            <a:ext cx="3008948" cy="2175867"/>
          </a:xfrm>
          <a:prstGeom prst="roundRect">
            <a:avLst>
              <a:gd name="adj" fmla="val 15637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4094917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Transactions ACID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5030391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Cohérence et fiabilité des données garanties.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029551" y="3837623"/>
            <a:ext cx="3008948" cy="2175867"/>
          </a:xfrm>
          <a:prstGeom prst="roundRect">
            <a:avLst>
              <a:gd name="adj" fmla="val 15637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845" y="4094917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Protection des données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86845" y="5030391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Accès contrôlés et validation des entrées.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228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Défis rencontrés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99521" y="3837623"/>
            <a:ext cx="3008948" cy="2184440"/>
          </a:xfrm>
          <a:prstGeom prst="roundRect">
            <a:avLst>
              <a:gd name="adj" fmla="val 15576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6815" y="4094917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Semaine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56815" y="4676061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Modélisation de la BDD et synchronisation de l'équipe.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835283" y="3837623"/>
            <a:ext cx="3008948" cy="2184440"/>
          </a:xfrm>
          <a:prstGeom prst="roundRect">
            <a:avLst>
              <a:gd name="adj" fmla="val 15576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92577" y="4094917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Semaine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92577" y="4676061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Intégration du LLM avec les données réelles de la BDD.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351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Scénarios de Démo Live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Ajout d'un bovin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Enregistrement d'un nouvel animal dans le système.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40751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Consultation santé via chatbot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Question en langage naturel sur l'état de santé d'un animal.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40125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Blocage de vente automatique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Tentative de vente d'un animal malade — refus automatique.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Historique médical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Affichage du suivi complet d'un bovin.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Rapport de ventes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Génération d'un bilan commercial filtré par période.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0382"/>
            <a:ext cx="7062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Résultats &amp; Bilan d'Équipe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6136"/>
            <a:ext cx="40147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Validation des fonctionnalités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985617"/>
            <a:ext cx="3008948" cy="830818"/>
          </a:xfrm>
          <a:prstGeom prst="roundRect">
            <a:avLst>
              <a:gd name="adj" fmla="val 4095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220051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Gestion bovins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9551" y="3985617"/>
            <a:ext cx="3008948" cy="830818"/>
          </a:xfrm>
          <a:prstGeom prst="roundRect">
            <a:avLst>
              <a:gd name="adj" fmla="val 40953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3985" y="4220051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Suivi santé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5043249"/>
            <a:ext cx="3008948" cy="830818"/>
          </a:xfrm>
          <a:prstGeom prst="roundRect">
            <a:avLst>
              <a:gd name="adj" fmla="val 40953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5277683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Chatbot LLM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029551" y="5043249"/>
            <a:ext cx="3008948" cy="830818"/>
          </a:xfrm>
          <a:prstGeom prst="roundRect">
            <a:avLst>
              <a:gd name="adj" fmla="val 40953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3985" y="5277683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Sécurité ACID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3376136"/>
            <a:ext cx="2991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Collaboration &amp; Outils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3957280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versioning et travail collaboratif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VPS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déploiement et tests en conditions réelles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Répartition claire des tâches entre membres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772"/>
            <a:ext cx="70464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Perspectives &amp; 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7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Évolutions futures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72700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774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Capteurs IoT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586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Collecte automatique de données biologiques en temps réel.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533804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3790" y="61885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Application mobile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3790" y="67696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Accès natif depuis le terrain pour l'éleveur.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9683" y="2145863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BoviBot pose les bases d'un élevage connecté, intelligent et traçable.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599521" y="2145863"/>
            <a:ext cx="30480" cy="725805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2" name="Shape 8"/>
          <p:cNvSpPr/>
          <p:nvPr/>
        </p:nvSpPr>
        <p:spPr>
          <a:xfrm>
            <a:off x="7599521" y="3126819"/>
            <a:ext cx="6244709" cy="963811"/>
          </a:xfrm>
          <a:prstGeom prst="roundRect">
            <a:avLst>
              <a:gd name="adj" fmla="val 35302"/>
            </a:avLst>
          </a:prstGeom>
          <a:solidFill>
            <a:srgbClr val="B6FCB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3463290"/>
            <a:ext cx="283488" cy="2268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6637" y="3410307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Merci pour votre attention !!!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2026-04-16T22:36:51Z</dcterms:created>
  <dcterms:modified xsi:type="dcterms:W3CDTF">2026-04-16T22:36:51Z</dcterms:modified>
</cp:coreProperties>
</file>